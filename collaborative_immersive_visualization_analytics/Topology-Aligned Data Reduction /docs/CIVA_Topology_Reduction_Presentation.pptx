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Topology-Aligned Data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How CIVA Reduction Uses TTK in an Immersive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Sai Kiran Annam  •  Tarun Datta Gondi  •  Fahim Asrad Nafis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Mobile &amp; Immersive Computing — George Mason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Full-resolution volumes do not fit inside a WebXR frame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Scientific volumes are huge: 256³ ≈ 16.8 million voxels for a single scalar field.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Immersive rendering demands 72–90 fps; any stall breaks presence and comfort.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Static, offline downsampling cannot adapt to a user's moving focus or task intent.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Uniform decimation blurs small but meaningful features — exactly what analysts care about.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Goal: make reduction interactive, structure-preserving, reversible, and measurable.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Why Topology-Aligned Reduction?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Persistence measures how 'important' a feature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Every critical point in a scalar field has a persistence value — its lifespan in the filtration.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High persistence = large, salient structure.  Low persistence = noise / insignificant bump.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Thresholding by persistence removes noise without flattening the real features.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Contrast: uniform shrink discards detail everywhere equally, regardless of significance.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Topology-aligned reduction preserves what analysts actually need to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What We Use: Topology ToolKit (TTK)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Plus VTK for I/O and the web-native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TTK (Topology ToolKit) — persistence diagrams &amp; topological simplification filters.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Key filters used: ttkPersistenceDiagram, ttkTopologicalSimplification, ttkTopologicalSimplificationByPersistence.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VTK 9.3 — reads/writes .vti, runs auxiliary filters (vtkThreshold, vtkProbeFilter, vtkImageShrink3D).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FastAPI + uvicorn — exposes reduction as an HTTP endpoint the frontend can call at runtime.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VTK.js + React + TypeScript — browser volume rendering and WebXR session.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Docker Compose — Linux-container TTK build (works on Apple Silicon where conda-forge has no arm64 build).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How Topology Reduction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Frontend interaction → backend TTK pipeline → reduced VTI → scene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86000"/>
            <a:ext cx="169164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action
(LOD / persistence)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286000"/>
            <a:ext cx="169164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FSM / Store
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286000"/>
            <a:ext cx="169164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 /api/reduce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286000"/>
            <a:ext cx="169164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ttkPersistence
Diagram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286000"/>
            <a:ext cx="169164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vtkThreshold
by Persistence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286000"/>
            <a:ext cx="169164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ttkTopological
Simplification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58600" y="2286000"/>
            <a:ext cx="169164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vtkImageShrink3D
(LOD tier)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6974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40" y="26974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26974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26680" y="26974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26974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75720" y="26974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749039"/>
            <a:ext cx="10698480" cy="7315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Reduced VTI + X-Reduction-Metadata → VTK.js renderer → render loop →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3108960"/>
            <a:ext cx="0" cy="640079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B52"/>
                </a:solidFill>
              </a:rPr>
              <a:t>Every arrow is a real module in the repo (backend/reduce.py, backend/main.py, src/data/data-loader.ts, src/state/reduction-fsm.ts, src/metrics/*).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Inside the Backend: backend/reduce.py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Three explicit steps + a compatibility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1. Persistence diagram — ttkPersistenceDiagram consumes the .vti's active scalar (e.g. ImageScalars) and emits pairs with a Persistence attribute.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2. Threshold by persistence — vtkThreshold selects only pairs with Persistence ≥ mapped_threshold, producing a set of simplification constraints.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3. Topological simplification — ttkTopologicalSimplification takes the domain + constraints and returns a simplified scalar field (noise collapsed, real features kept).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Fallback — if the explicit two-port pipeline is unavailable in the installed TTK wrapper, we call ttkTopologicalSimplificationByPersistence with SetPersistenceThreshold directly.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Normalize output — if the result is not vtkImageData, vtkProbeFilter resamples it back onto the source grid so the VTI writer can emit it.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Spatial LOD tier — vtkImageShrink3D with factor {full:1, high:1, medium:2, low:4} scales resolution for frame-rate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From UI Slider to TTK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Frontend sends [0,1]; backend scales it to the dataset's actual persistence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UI slider range: normalized 0.0 (no simplification) → 1.0 (most aggressive).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Default per LOD level when the user doesn't set one: full=0.0, high=0.0, medium=0.5, low=0.9.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Backend estimates max persistence by scanning the Persistence array from ttkPersistenceDiagram output.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Mapped absolute threshold = normalized_value × estimated_max_persistence.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Raw absolute values &gt; 1 are passed through unchanged (advanced / scripted use).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This keeps the slider meaningful across datasets with very different scalar ranges.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LOD Tiers: Spatial Decimation on Top of TTK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Topology cleans the field; LOD scales resolution to the frame budget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371600" cy="5029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828800"/>
            <a:ext cx="1828800" cy="5029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Shrink factor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2743200" cy="5029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Voxels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59" y="1828800"/>
            <a:ext cx="5120640" cy="5029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3716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Full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423160"/>
            <a:ext cx="18288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1×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423160"/>
            <a:ext cx="27432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16,777,216 (256³)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59" y="2423160"/>
            <a:ext cx="512064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Static reference / screenshots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3716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108960"/>
            <a:ext cx="18288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1×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108960"/>
            <a:ext cx="27432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16,777,216 (256³)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3108960"/>
            <a:ext cx="512064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Default desktop exploration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13716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794760"/>
            <a:ext cx="18288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2×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794760"/>
            <a:ext cx="27432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2,097,152 (128³)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3794760"/>
            <a:ext cx="512064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Immersive headset + ROI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80560"/>
            <a:ext cx="13716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480560"/>
            <a:ext cx="18288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4×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4480560"/>
            <a:ext cx="274320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262,144 (64³)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59" y="4480560"/>
            <a:ext cx="5120640" cy="594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</a:rPr>
              <a:t>Overview fly-through / auto-LOD far camera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B52"/>
                </a:solidFill>
              </a:rPr>
              <a:t>Auto-LOD policy: camera distance thresholds trigger tier switches. Enabling the ROI boosts the tier upward inside the ROI window.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Frontend Surface: What the User Touches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Every control writes to the FSM and re-derives reduction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Persistence slider — normalized [0,1], sent to backend on release.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LOD selector — Full / High / Medium / Low; re-requests reduced VTI.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Auto-LOD toggle — camera-distance-driven tier transitions.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Slice plane — choose dim (X/Y/Z) + offset; half-space clipping, no reload needed.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Contextual dimming — fade non-focused volume to emphasize features.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Isosurface / threshold-region — feature operators on the currently loaded scalar.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ROI sphere — toggle + radius; triggers LOD boost policy inside the window.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444B52"/>
                </a:solidFill>
              </a:rPr>
              <a:t>• Scalar rollback + global reset — reversible runtime state, never destructive.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Reduction as an Explicit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Phase is derived from context, not hand-set — no UI 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1920240" cy="7315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017520"/>
            <a:ext cx="1920240" cy="7315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base_volume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1920240" cy="7315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lod_switched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4114800"/>
            <a:ext cx="1920240" cy="7315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feature_focus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017520"/>
            <a:ext cx="1920240" cy="7315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roi_refined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3383280"/>
            <a:ext cx="18288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937760" y="2286000"/>
            <a:ext cx="365760" cy="91440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3566160"/>
            <a:ext cx="365760" cy="73152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23760" y="2286000"/>
            <a:ext cx="1280160" cy="91440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23760" y="3566160"/>
            <a:ext cx="1280160" cy="73152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3383280"/>
            <a:ext cx="3566160" cy="0"/>
          </a:xfrm>
          <a:prstGeom prst="bentConnector3">
            <a:avLst/>
          </a:prstGeom>
          <a:ln w="28575">
            <a:solidFill>
              <a:srgbClr val="2E8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2"/>
                </a:solidFill>
              </a:rPr>
              <a:t>Every transition is logged with a timestamp. The exportable session JSON replays the full reduction trajectory.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Observability Around Every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Numbers are written on action, not guessed afterward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Frame metrics — FPS mean / min / max, frame-time mean &amp; p95 (rolling window).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Action-to-stable-render latency — per kind: LOD, threshold, feature toggle, ROI, volume load.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Reduction metadata — X-Reduction-Metadata header per /api/reduce: usedTTK, reductionMode, mapped threshold, output dims/spacing/origin.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Memory hint — performance.memory snapshot when the browser exposes it.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Session event log — append-only, timestamped, includes interaction kind + payload.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One-click JSON export — events + metric snapshot. Reproducibility is native, not bolted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Trade-offs We Can Now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The dashboard lets us move along each axis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Performance ↔ Detail — lower LOD lifts FPS but can hide small structures.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Persistence strength ↔ Fidelity — higher threshold kills noise but may erase subtle real features.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Feature emphasis ↔ Global context — slicing/dimming focuses the eye but removes surroundings.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Automation ↔ Predictability — auto-LOD adapts to distance but can surprise the user if thresholds are poor.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All four axes are tied to logged events → analyzable, not anecdotal.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What This Architecture Gives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Why topology-aligned reduction is worth the integration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Reduction is a live system behavior, not a frozen preprocessing artifact.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Structure is preserved: noise is removed but features with high persistence survive.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Every interaction is reversible — scalar rollback, ROI disable, global reset, no lost exploration.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Deterministic state: phase is recomputed from context; the same actions always land in the same phase.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Session-level reproducibility: export a run, replay its decisions, compare metrics across runs.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Works in both desktop and WebXR modes with the same core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Limitations &amp; Where We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B52"/>
                </a:solidFill>
              </a:rPr>
              <a:t>Honest view of what remains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Currently validated primarily on one canonical dataset (ctBones 256³).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ROI is a visualization + policy primitive, not yet full localized high-res subvolume replacement.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TTK on osx-arm64 still requires Docker; native conda-forge build does not exist for Apple Silicon.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Future: ROI-local high-resolution streaming with composited rendering.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Future: persistence-informed isosurface defaults + threshold segmentation operators.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Future: scripted scenario runners for automated cross-browser/device benchmark traces.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44B52"/>
                </a:solidFill>
              </a:rPr>
              <a:t>• Future: adaptive reduction policies that jointly optimize FPS and feature-preservation.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444B52"/>
                </a:solidFill>
              </a:rPr>
              <a:t>CIVA Reduction — Topology Reduction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Topology reduction in CIVA is a runtime pipeline:</a:t>
            </a:r>
          </a:p>
          <a:p>
            <a:pPr algn="l"/>
            <a:r>
              <a:rPr sz="2000" b="0">
                <a:solidFill>
                  <a:srgbClr val="FFFFFF"/>
                </a:solidFill>
              </a:rPr>
              <a:t>persistence diagram  →  threshold by persistence  →  topological simplification  →  LOD shrink.</a:t>
            </a:r>
          </a:p>
          <a:p>
            <a:pPr algn="l"/>
            <a:r>
              <a:rPr sz="2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000" b="0">
                <a:solidFill>
                  <a:srgbClr val="FFFFFF"/>
                </a:solidFill>
              </a:rPr>
              <a:t>Driven by live UI controls, gated by an explicit FSM, measured end-to-end, exportable as JSON,</a:t>
            </a:r>
          </a:p>
          <a:p>
            <a:pPr algn="l"/>
            <a:r>
              <a:rPr sz="2000" b="0">
                <a:solidFill>
                  <a:srgbClr val="FFFFFF"/>
                </a:solidFill>
              </a:rPr>
              <a:t>and served to a VTK.js / WebXR frontend that can reverse any step without reloading the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